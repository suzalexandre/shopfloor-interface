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7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1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1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51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9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1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6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1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4823A-6BC2-4090-974A-372A20AE63E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F9F6B-089C-4A8F-8196-A54530CE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9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96814" y="1052422"/>
            <a:ext cx="7703389" cy="4917057"/>
            <a:chOff x="396814" y="1052422"/>
            <a:chExt cx="7703389" cy="4917057"/>
          </a:xfrm>
        </p:grpSpPr>
        <p:sp>
          <p:nvSpPr>
            <p:cNvPr id="5" name="Rounded Rectangle 4"/>
            <p:cNvSpPr/>
            <p:nvPr/>
          </p:nvSpPr>
          <p:spPr>
            <a:xfrm>
              <a:off x="396814" y="1052422"/>
              <a:ext cx="7703389" cy="4917057"/>
            </a:xfrm>
            <a:prstGeom prst="roundRect">
              <a:avLst>
                <a:gd name="adj" fmla="val 6667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41871" y="1121434"/>
              <a:ext cx="707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Quality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00996" y="1828799"/>
              <a:ext cx="3854008" cy="4658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5829" y="1873534"/>
              <a:ext cx="118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Barcode</a:t>
              </a:r>
              <a:endParaRPr 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624423" y="1828798"/>
              <a:ext cx="2191109" cy="3950899"/>
            </a:xfrm>
            <a:prstGeom prst="roundRect">
              <a:avLst>
                <a:gd name="adj" fmla="val 643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39676" y="1459466"/>
              <a:ext cx="2175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Information</a:t>
              </a:r>
              <a:endParaRPr lang="en-US" dirty="0"/>
            </a:p>
          </p:txBody>
        </p:sp>
        <p:sp>
          <p:nvSpPr>
            <p:cNvPr id="12" name="&quot;No&quot; Symbol 11"/>
            <p:cNvSpPr/>
            <p:nvPr/>
          </p:nvSpPr>
          <p:spPr>
            <a:xfrm>
              <a:off x="2203049" y="2760454"/>
              <a:ext cx="2449902" cy="2449902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36869" y="1052422"/>
            <a:ext cx="38551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scanning: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Check what type of code (container, part…)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Looking for parts info and overall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Display parts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35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96814" y="1052422"/>
            <a:ext cx="7703389" cy="4917057"/>
            <a:chOff x="396814" y="1052422"/>
            <a:chExt cx="7703389" cy="4917057"/>
          </a:xfrm>
        </p:grpSpPr>
        <p:sp>
          <p:nvSpPr>
            <p:cNvPr id="5" name="Rounded Rectangle 4"/>
            <p:cNvSpPr/>
            <p:nvPr/>
          </p:nvSpPr>
          <p:spPr>
            <a:xfrm>
              <a:off x="396814" y="1052422"/>
              <a:ext cx="7703389" cy="4917057"/>
            </a:xfrm>
            <a:prstGeom prst="roundRect">
              <a:avLst>
                <a:gd name="adj" fmla="val 6667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41871" y="1121434"/>
              <a:ext cx="707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Packing station scan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606170" y="2653575"/>
              <a:ext cx="3854008" cy="4658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0583" y="2701822"/>
              <a:ext cx="118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Barcode</a:t>
              </a:r>
              <a:endParaRPr 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624423" y="1589088"/>
              <a:ext cx="2191109" cy="4190610"/>
            </a:xfrm>
            <a:prstGeom prst="roundRect">
              <a:avLst>
                <a:gd name="adj" fmla="val 643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32049" y="1170595"/>
              <a:ext cx="2175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Information</a:t>
              </a:r>
              <a:endParaRPr lang="en-US" dirty="0"/>
            </a:p>
          </p:txBody>
        </p:sp>
        <p:sp>
          <p:nvSpPr>
            <p:cNvPr id="12" name="&quot;No&quot; Symbol 11"/>
            <p:cNvSpPr/>
            <p:nvPr/>
          </p:nvSpPr>
          <p:spPr>
            <a:xfrm>
              <a:off x="2526055" y="3293145"/>
              <a:ext cx="1994187" cy="1978131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0583" y="1692456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Part type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24351" y="2197139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Container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1592402" y="2121331"/>
            <a:ext cx="3854008" cy="4658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606170" y="1589087"/>
            <a:ext cx="3840240" cy="4658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336869" y="1052422"/>
            <a:ext cx="38551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first: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Define part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Decide if new scan or reopen a new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Validate the printer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Scan and record each part one by one (in database or local backup)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Load all info with container info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96814" y="5564723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Printer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485744" y="5468228"/>
            <a:ext cx="3854008" cy="4658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7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96814" y="1052422"/>
            <a:ext cx="7703389" cy="4917057"/>
            <a:chOff x="396814" y="1052422"/>
            <a:chExt cx="7703389" cy="4917057"/>
          </a:xfrm>
        </p:grpSpPr>
        <p:sp>
          <p:nvSpPr>
            <p:cNvPr id="5" name="Rounded Rectangle 4"/>
            <p:cNvSpPr/>
            <p:nvPr/>
          </p:nvSpPr>
          <p:spPr>
            <a:xfrm>
              <a:off x="396814" y="1052422"/>
              <a:ext cx="7703389" cy="4917057"/>
            </a:xfrm>
            <a:prstGeom prst="roundRect">
              <a:avLst>
                <a:gd name="adj" fmla="val 6667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41871" y="1121434"/>
              <a:ext cx="707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Add scrap</a:t>
              </a:r>
              <a:endParaRPr 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624423" y="1589088"/>
              <a:ext cx="2191109" cy="4190610"/>
            </a:xfrm>
            <a:prstGeom prst="roundRect">
              <a:avLst>
                <a:gd name="adj" fmla="val 643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32049" y="1170595"/>
              <a:ext cx="2175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Information</a:t>
              </a:r>
              <a:endParaRPr lang="en-US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42684" y="1638805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DMC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842836" y="1589087"/>
            <a:ext cx="3603574" cy="4658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336869" y="1052422"/>
            <a:ext cx="38551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first: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Define part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Decide if new scan or reopen a new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Validate the printer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Scan and record each part one by one (in database or local backup)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Load all info with container info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86526" y="2337341"/>
            <a:ext cx="161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Process step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6813" y="2836769"/>
            <a:ext cx="161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Cavity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86528" y="3336197"/>
            <a:ext cx="161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Defect type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86527" y="3774541"/>
            <a:ext cx="161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32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DF4C8B4FCE2E438AC98A16869BB12B" ma:contentTypeVersion="13" ma:contentTypeDescription="Create a new document." ma:contentTypeScope="" ma:versionID="613b8ad8f9420612780f4887d522dc26">
  <xsd:schema xmlns:xsd="http://www.w3.org/2001/XMLSchema" xmlns:xs="http://www.w3.org/2001/XMLSchema" xmlns:p="http://schemas.microsoft.com/office/2006/metadata/properties" xmlns:ns3="248b64dc-793c-4fcc-a4f6-abd8bc0896d8" xmlns:ns4="f78264c3-a55f-4aad-94ab-bc138a804bbc" targetNamespace="http://schemas.microsoft.com/office/2006/metadata/properties" ma:root="true" ma:fieldsID="77df5cb864658946aca1755cf800b8fe" ns3:_="" ns4:_="">
    <xsd:import namespace="248b64dc-793c-4fcc-a4f6-abd8bc0896d8"/>
    <xsd:import namespace="f78264c3-a55f-4aad-94ab-bc138a804bb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8b64dc-793c-4fcc-a4f6-abd8bc0896d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8264c3-a55f-4aad-94ab-bc138a804b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9C3256-63B9-4ED3-BB08-856021FCE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8b64dc-793c-4fcc-a4f6-abd8bc0896d8"/>
    <ds:schemaRef ds:uri="f78264c3-a55f-4aad-94ab-bc138a804b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7C9B4F-DF15-4B60-B977-4C8FD7F29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F76BA6-95A2-404A-8754-C3A34F06EE05}">
  <ds:schemaRefs>
    <ds:schemaRef ds:uri="http://schemas.microsoft.com/office/infopath/2007/PartnerControls"/>
    <ds:schemaRef ds:uri="f78264c3-a55f-4aad-94ab-bc138a804bbc"/>
    <ds:schemaRef ds:uri="http://purl.org/dc/elements/1.1/"/>
    <ds:schemaRef ds:uri="http://schemas.microsoft.com/office/2006/metadata/properties"/>
    <ds:schemaRef ds:uri="http://purl.org/dc/terms/"/>
    <ds:schemaRef ds:uri="248b64dc-793c-4fcc-a4f6-abd8bc0896d8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129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Chassix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Alexandre Rousselet</dc:creator>
  <cp:lastModifiedBy>Alexandre Rousselet</cp:lastModifiedBy>
  <cp:revision>6</cp:revision>
  <dcterms:created xsi:type="dcterms:W3CDTF">2021-01-04T08:07:59Z</dcterms:created>
  <dcterms:modified xsi:type="dcterms:W3CDTF">2021-01-04T08:31:18Z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0x0101005ADF4C8B4FCE2E438AC98A16869BB12B</vt:lpwstr>
  </property>
</Properties>
</file>